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77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06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109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27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361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46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462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289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72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10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23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22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772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51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62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0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1CA57-F595-474C-9F30-8CB6D56A72A5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244F19C-F24D-47FC-B0E8-5D22BFBC2C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630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Код Цезаря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Презентация Абрамова Марка</a:t>
            </a:r>
          </a:p>
        </p:txBody>
      </p:sp>
    </p:spTree>
    <p:extLst>
      <p:ext uri="{BB962C8B-B14F-4D97-AF65-F5344CB8AC3E}">
        <p14:creationId xmlns:p14="http://schemas.microsoft.com/office/powerpoint/2010/main" val="54001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0708" y="1209964"/>
            <a:ext cx="7215016" cy="3225511"/>
          </a:xfrm>
        </p:spPr>
        <p:txBody>
          <a:bodyPr>
            <a:normAutofit fontScale="90000"/>
          </a:bodyPr>
          <a:lstStyle/>
          <a:p>
            <a:r>
              <a:rPr lang="ru-RU" sz="3200" dirty="0" smtClean="0"/>
              <a:t>Шифр или код Цезаря - </a:t>
            </a:r>
            <a:r>
              <a:rPr lang="ru-RU" sz="3200" dirty="0"/>
              <a:t>простейший вид шифра подстановки</a:t>
            </a:r>
            <a:r>
              <a:rPr lang="ru-RU" sz="3200" dirty="0" smtClean="0"/>
              <a:t>, названный в честь Юлия Цезаря, </a:t>
            </a:r>
            <a:r>
              <a:rPr lang="ru-RU" sz="3200" dirty="0"/>
              <a:t>где каждая буква исходного текста заменяется другой буквой, сдвинутой на определённое, фиксированное число позиций в </a:t>
            </a:r>
            <a:r>
              <a:rPr lang="ru-RU" sz="3200" dirty="0" smtClean="0"/>
              <a:t>алфавите.</a:t>
            </a:r>
            <a:endParaRPr lang="ru-RU" sz="32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15724" y="952644"/>
            <a:ext cx="4776276" cy="374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36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0707" y="1233710"/>
            <a:ext cx="8287512" cy="3079672"/>
          </a:xfrm>
        </p:spPr>
        <p:txBody>
          <a:bodyPr/>
          <a:lstStyle/>
          <a:p>
            <a:r>
              <a:rPr lang="ru-RU" dirty="0" smtClean="0"/>
              <a:t>На основе этого шифра я создал программу для шифрования и дешифрования строк.</a:t>
            </a:r>
            <a:br>
              <a:rPr lang="ru-RU" dirty="0" smtClean="0"/>
            </a:br>
            <a:r>
              <a:rPr lang="ru-RU" dirty="0" smtClean="0"/>
              <a:t>Для написания программы я использовал язык </a:t>
            </a:r>
            <a:r>
              <a:rPr lang="en-US" dirty="0" smtClean="0"/>
              <a:t>Python.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936" y="2499652"/>
            <a:ext cx="4374948" cy="376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1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4" y="624109"/>
            <a:ext cx="8911687" cy="57028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Программа шифровки работает следующим образом:</a:t>
            </a:r>
            <a:br>
              <a:rPr lang="ru-RU" dirty="0" smtClean="0"/>
            </a:br>
            <a:r>
              <a:rPr lang="ru-RU" dirty="0" smtClean="0"/>
              <a:t>На вход подаётся строка, состоящая из символов русского алфавита, число, указывающее количество символов для сдвига и направление сдвига.</a:t>
            </a:r>
            <a:br>
              <a:rPr lang="ru-RU" dirty="0" smtClean="0"/>
            </a:br>
            <a:r>
              <a:rPr lang="ru-RU" dirty="0" smtClean="0"/>
              <a:t>В итоге пользователь получает новую строку.</a:t>
            </a:r>
            <a:br>
              <a:rPr lang="ru-RU" dirty="0" smtClean="0"/>
            </a:br>
            <a:r>
              <a:rPr lang="ru-RU" dirty="0" smtClean="0"/>
              <a:t>Для дешифрования процесс идентичный, но нужно знать направление сдвига и количество символов для него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2195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3015017"/>
          </a:xfrm>
        </p:spPr>
        <p:txBody>
          <a:bodyPr/>
          <a:lstStyle/>
          <a:p>
            <a:r>
              <a:rPr lang="ru-RU" dirty="0" smtClean="0"/>
              <a:t>Во время написания кода я сталкивался с багами, которые возникали из-за индексов.</a:t>
            </a:r>
            <a:br>
              <a:rPr lang="ru-RU" dirty="0" smtClean="0"/>
            </a:br>
            <a:r>
              <a:rPr lang="ru-RU" dirty="0" smtClean="0"/>
              <a:t>Однако моя программа прекрасно работает: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4" y="3639127"/>
            <a:ext cx="8996218" cy="257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03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3281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TM02892315[[fn=Легкий дым]]</Template>
  <TotalTime>64</TotalTime>
  <Words>77</Words>
  <Application>Microsoft Office PowerPoint</Application>
  <PresentationFormat>Широкоэкранный</PresentationFormat>
  <Paragraphs>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Легкий дым</vt:lpstr>
      <vt:lpstr>Код Цезаря</vt:lpstr>
      <vt:lpstr>Шифр или код Цезаря - простейший вид шифра подстановки, названный в честь Юлия Цезаря, где каждая буква исходного текста заменяется другой буквой, сдвинутой на определённое, фиксированное число позиций в алфавите.</vt:lpstr>
      <vt:lpstr>На основе этого шифра я создал программу для шифрования и дешифрования строк. Для написания программы я использовал язык Python.</vt:lpstr>
      <vt:lpstr>Программа шифровки работает следующим образом: На вход подаётся строка, состоящая из символов русского алфавита, число, указывающее количество символов для сдвига и направление сдвига. В итоге пользователь получает новую строку. Для дешифрования процесс идентичный, но нужно знать направление сдвига и количество символов для него</vt:lpstr>
      <vt:lpstr>Во время написания кода я сталкивался с багами, которые возникали из-за индексов. Однако моя программа прекрасно работает: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Код Цезаря</dc:title>
  <dc:creator>Алексей Абрамов</dc:creator>
  <cp:lastModifiedBy>Алексей Абрамов</cp:lastModifiedBy>
  <cp:revision>5</cp:revision>
  <dcterms:created xsi:type="dcterms:W3CDTF">2026-01-26T08:43:54Z</dcterms:created>
  <dcterms:modified xsi:type="dcterms:W3CDTF">2026-01-29T08:13:26Z</dcterms:modified>
</cp:coreProperties>
</file>